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77005" y="1016955"/>
            <a:ext cx="9140954" cy="33465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7200" cap="all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62963" y="4869030"/>
            <a:ext cx="7152030" cy="9872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000" b="1" i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400" y="6492240"/>
            <a:ext cx="8582023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41" y="6477000"/>
            <a:ext cx="1885955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612D2F0-C725-4AA5-8C46-367B84B1BFC8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8" y="6492240"/>
            <a:ext cx="657221" cy="36576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06FCBA8-E056-428B-B372-B950C14D87D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31FF2A-9DA0-DC5C-0C53-91FDE15093DD}"/>
              </a:ext>
            </a:extLst>
          </p:cNvPr>
          <p:cNvSpPr/>
          <p:nvPr/>
        </p:nvSpPr>
        <p:spPr>
          <a:xfrm>
            <a:off x="9110040" y="6155911"/>
            <a:ext cx="3081959" cy="6400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CA4208E-B529-0934-86E0-24278D43C68A}"/>
              </a:ext>
            </a:extLst>
          </p:cNvPr>
          <p:cNvSpPr/>
          <p:nvPr/>
        </p:nvSpPr>
        <p:spPr>
          <a:xfrm>
            <a:off x="3467745" y="6155911"/>
            <a:ext cx="5642289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9848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11125201" cy="746759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398" y="1748474"/>
            <a:ext cx="11125202" cy="472852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5526932-58BC-3B05-A619-8FE2BA7973DD}"/>
              </a:ext>
            </a:extLst>
          </p:cNvPr>
          <p:cNvSpPr/>
          <p:nvPr/>
        </p:nvSpPr>
        <p:spPr>
          <a:xfrm>
            <a:off x="634030" y="565606"/>
            <a:ext cx="11557968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E4751EC6-9764-CDDF-E8BC-793AD483E0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DA395EC9-5212-9F09-E9FA-0AB62AFB6D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2D2F0-C725-4AA5-8C46-367B84B1BFC8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86E48EB-E81D-8C6A-DBE6-738017E5A7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FCBA8-E056-428B-B372-B950C14D87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546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3400" y="4572000"/>
            <a:ext cx="11125201" cy="111252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7200" cap="all" baseline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400" y="5715000"/>
            <a:ext cx="11125201" cy="5334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2000" b="1" i="0" dirty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1999" cy="3981764"/>
          </a:xfrm>
          <a:prstGeom prst="rect">
            <a:avLst/>
          </a:prstGeom>
          <a:blipFill dpi="0" rotWithShape="1">
            <a:blip r:embed="rId2">
              <a:alphaModFix amt="60000"/>
            </a:blip>
            <a:srcRect/>
            <a:stretch>
              <a:fillRect t="-419" b="-419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110036" y="6476999"/>
            <a:ext cx="1880548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612D2F0-C725-4AA5-8C46-367B84B1BFC8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0995976" y="6477000"/>
            <a:ext cx="662624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06FCBA8-E056-428B-B372-B950C14D87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48191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86071" y="1016955"/>
            <a:ext cx="3872530" cy="372681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000" cap="all" baseline="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86071" y="5134926"/>
            <a:ext cx="3868420" cy="111347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000" b="1" i="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7BE7EAD-CCCA-EA7C-0263-265AA3E43C5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7224095" cy="6858000"/>
          </a:xfrm>
          <a:custGeom>
            <a:avLst/>
            <a:gdLst>
              <a:gd name="connsiteX0" fmla="*/ 0 w 7224095"/>
              <a:gd name="connsiteY0" fmla="*/ 629614 h 6858000"/>
              <a:gd name="connsiteX1" fmla="*/ 7224095 w 7224095"/>
              <a:gd name="connsiteY1" fmla="*/ 629614 h 6858000"/>
              <a:gd name="connsiteX2" fmla="*/ 7224095 w 7224095"/>
              <a:gd name="connsiteY2" fmla="*/ 6858000 h 6858000"/>
              <a:gd name="connsiteX3" fmla="*/ 0 w 7224095"/>
              <a:gd name="connsiteY3" fmla="*/ 6858000 h 6858000"/>
              <a:gd name="connsiteX4" fmla="*/ 0 w 7224095"/>
              <a:gd name="connsiteY4" fmla="*/ 0 h 6858000"/>
              <a:gd name="connsiteX5" fmla="*/ 7224095 w 7224095"/>
              <a:gd name="connsiteY5" fmla="*/ 0 h 6858000"/>
              <a:gd name="connsiteX6" fmla="*/ 7224095 w 7224095"/>
              <a:gd name="connsiteY6" fmla="*/ 565606 h 6858000"/>
              <a:gd name="connsiteX7" fmla="*/ 0 w 7224095"/>
              <a:gd name="connsiteY7" fmla="*/ 56560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24095" h="6858000">
                <a:moveTo>
                  <a:pt x="0" y="629614"/>
                </a:moveTo>
                <a:lnTo>
                  <a:pt x="7224095" y="629614"/>
                </a:lnTo>
                <a:lnTo>
                  <a:pt x="7224095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7224095" y="0"/>
                </a:lnTo>
                <a:lnTo>
                  <a:pt x="7224095" y="565606"/>
                </a:lnTo>
                <a:lnTo>
                  <a:pt x="0" y="565606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167937" y="6476999"/>
            <a:ext cx="1895847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2" y="6476999"/>
            <a:ext cx="937594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B612D2F0-C725-4AA5-8C46-367B84B1BFC8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8" y="6477000"/>
            <a:ext cx="657221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06FCBA8-E056-428B-B372-B950C14D87D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879DE85-4541-95AA-B871-7CBAD2BA1550}"/>
              </a:ext>
            </a:extLst>
          </p:cNvPr>
          <p:cNvSpPr/>
          <p:nvPr/>
        </p:nvSpPr>
        <p:spPr>
          <a:xfrm>
            <a:off x="0" y="565606"/>
            <a:ext cx="11557970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3572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3400" y="1143000"/>
            <a:ext cx="8576636" cy="527100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7200" cap="all" baseline="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400" y="6492240"/>
            <a:ext cx="8576636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41" y="6492240"/>
            <a:ext cx="18913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B612D2F0-C725-4AA5-8C46-367B84B1BFC8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8" y="6492240"/>
            <a:ext cx="657222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206FCBA8-E056-428B-B372-B950C14D87D5}" type="slidenum">
              <a:rPr lang="en-US" smtClean="0"/>
              <a:t>‹#›</a:t>
            </a:fld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5F1B314-6B95-45EC-8168-CEA297F1BD40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4E8A7FA-CBEB-E74B-AC79-5D830DAFC993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75404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BAE97C67-C2EB-5515-0FDC-A535220C9DF0}"/>
              </a:ext>
            </a:extLst>
          </p:cNvPr>
          <p:cNvSpPr/>
          <p:nvPr/>
        </p:nvSpPr>
        <p:spPr>
          <a:xfrm>
            <a:off x="9110035" y="0"/>
            <a:ext cx="308196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3399" y="1016955"/>
            <a:ext cx="8195646" cy="112775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7200" cap="all" baseline="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3399" y="2510472"/>
            <a:ext cx="8190496" cy="3966527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1pPr>
            <a:lvl2pPr marL="685800" indent="-4572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2pPr>
            <a:lvl3pPr marL="8001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3pPr>
            <a:lvl4pPr marL="10287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4pPr>
            <a:lvl5pPr marL="12573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5758481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91885" y="6492240"/>
            <a:ext cx="1763999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612D2F0-C725-4AA5-8C46-367B84B1BFC8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061271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06FCBA8-E056-428B-B372-B950C14D87D5}" type="slidenum">
              <a:rPr lang="en-US" smtClean="0"/>
              <a:t>‹#›</a:t>
            </a:fld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58CA726-6257-4F3F-9296-A3CF5DCA19DB}"/>
              </a:ext>
            </a:extLst>
          </p:cNvPr>
          <p:cNvSpPr/>
          <p:nvPr/>
        </p:nvSpPr>
        <p:spPr>
          <a:xfrm>
            <a:off x="634029" y="2144714"/>
            <a:ext cx="8476007" cy="615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3273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C713386-53DE-AEBA-6318-6C7146DE22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43517" y="1386842"/>
            <a:ext cx="6315083" cy="1127758"/>
          </a:xfrm>
        </p:spPr>
        <p:txBody>
          <a:bodyPr>
            <a:normAutofit/>
          </a:bodyPr>
          <a:lstStyle>
            <a:lvl1pPr>
              <a:defRPr sz="7200" cap="all" baseline="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0440984A-B82C-18F1-2933-6DF295884CE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400554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43518" y="2886089"/>
            <a:ext cx="6315082" cy="3336911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1pPr>
            <a:lvl2pPr marL="5715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2pPr>
            <a:lvl3pPr marL="8001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3pPr>
            <a:lvl4pPr marL="10287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4pPr>
            <a:lvl5pPr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43518" y="6477000"/>
            <a:ext cx="3771905" cy="38100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20821" y="6477000"/>
            <a:ext cx="1875160" cy="381001"/>
          </a:xfrm>
          <a:prstGeom prst="rect">
            <a:avLst/>
          </a:prstGeom>
        </p:spPr>
        <p:txBody>
          <a:bodyPr/>
          <a:lstStyle/>
          <a:p>
            <a:fld id="{B612D2F0-C725-4AA5-8C46-367B84B1BFC8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86" y="6477000"/>
            <a:ext cx="662614" cy="381001"/>
          </a:xfrm>
          <a:prstGeom prst="rect">
            <a:avLst/>
          </a:prstGeom>
        </p:spPr>
        <p:txBody>
          <a:bodyPr/>
          <a:lstStyle/>
          <a:p>
            <a:fld id="{206FCBA8-E056-428B-B372-B950C14D87D5}" type="slidenum">
              <a:rPr lang="en-US" smtClean="0"/>
              <a:t>‹#›</a:t>
            </a:fld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8E5CA23-2176-4B29-AB27-EDD9AC417271}"/>
              </a:ext>
            </a:extLst>
          </p:cNvPr>
          <p:cNvSpPr/>
          <p:nvPr/>
        </p:nvSpPr>
        <p:spPr>
          <a:xfrm>
            <a:off x="4400554" y="2496190"/>
            <a:ext cx="7791446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65481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9" y="1016955"/>
            <a:ext cx="3491539" cy="4083580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62526" y="1016955"/>
            <a:ext cx="6696073" cy="408357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77000"/>
            <a:ext cx="1891338" cy="381001"/>
          </a:xfrm>
          <a:prstGeom prst="rect">
            <a:avLst/>
          </a:prstGeom>
        </p:spPr>
        <p:txBody>
          <a:bodyPr/>
          <a:lstStyle/>
          <a:p>
            <a:fld id="{B612D2F0-C725-4AA5-8C46-367B84B1BFC8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77000"/>
            <a:ext cx="657226" cy="381001"/>
          </a:xfrm>
          <a:prstGeom prst="rect">
            <a:avLst/>
          </a:prstGeom>
        </p:spPr>
        <p:txBody>
          <a:bodyPr/>
          <a:lstStyle/>
          <a:p>
            <a:fld id="{206FCBA8-E056-428B-B372-B950C14D87D5}" type="slidenum">
              <a:rPr lang="en-US" smtClean="0"/>
              <a:t>‹#›</a:t>
            </a:fld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AE531BB-71E1-57EF-0879-5979B0C95458}"/>
              </a:ext>
            </a:extLst>
          </p:cNvPr>
          <p:cNvSpPr/>
          <p:nvPr/>
        </p:nvSpPr>
        <p:spPr>
          <a:xfrm>
            <a:off x="4024938" y="570037"/>
            <a:ext cx="8167062" cy="595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31FD272-0797-A5C1-BAB9-E68F518B8158}"/>
              </a:ext>
            </a:extLst>
          </p:cNvPr>
          <p:cNvSpPr/>
          <p:nvPr/>
        </p:nvSpPr>
        <p:spPr>
          <a:xfrm>
            <a:off x="634030" y="570037"/>
            <a:ext cx="3390908" cy="5957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4402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3486153" cy="2721451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cap="all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62526" y="1016955"/>
            <a:ext cx="6696074" cy="549052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77000"/>
            <a:ext cx="1891338" cy="381001"/>
          </a:xfrm>
          <a:prstGeom prst="rect">
            <a:avLst/>
          </a:prstGeom>
        </p:spPr>
        <p:txBody>
          <a:bodyPr/>
          <a:lstStyle/>
          <a:p>
            <a:fld id="{B612D2F0-C725-4AA5-8C46-367B84B1BFC8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77000"/>
            <a:ext cx="657226" cy="381001"/>
          </a:xfrm>
          <a:prstGeom prst="rect">
            <a:avLst/>
          </a:prstGeom>
        </p:spPr>
        <p:txBody>
          <a:bodyPr/>
          <a:lstStyle/>
          <a:p>
            <a:fld id="{206FCBA8-E056-428B-B372-B950C14D87D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B922775-D819-CE59-81DF-9A22F9309472}"/>
              </a:ext>
            </a:extLst>
          </p:cNvPr>
          <p:cNvSpPr/>
          <p:nvPr/>
        </p:nvSpPr>
        <p:spPr>
          <a:xfrm>
            <a:off x="4017310" y="565607"/>
            <a:ext cx="8174690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1D59CA-78A2-7B8F-A9C7-E86B47BEAE5E}"/>
              </a:ext>
            </a:extLst>
          </p:cNvPr>
          <p:cNvSpPr/>
          <p:nvPr/>
        </p:nvSpPr>
        <p:spPr>
          <a:xfrm>
            <a:off x="634030" y="570037"/>
            <a:ext cx="3390908" cy="5957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47751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2523" y="1016956"/>
            <a:ext cx="6696076" cy="731520"/>
          </a:xfrm>
          <a:prstGeom prst="rect">
            <a:avLst/>
          </a:prstGeom>
        </p:spPr>
        <p:txBody>
          <a:bodyPr anchor="t"/>
          <a:lstStyle>
            <a:lvl1pPr>
              <a:defRPr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99EF452C-FB1E-E93B-DCC5-1D98DE01795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400554" cy="6858000"/>
          </a:xfrm>
          <a:custGeom>
            <a:avLst/>
            <a:gdLst>
              <a:gd name="connsiteX0" fmla="*/ 0 w 4400554"/>
              <a:gd name="connsiteY0" fmla="*/ 634999 h 6858000"/>
              <a:gd name="connsiteX1" fmla="*/ 4400554 w 4400554"/>
              <a:gd name="connsiteY1" fmla="*/ 634999 h 6858000"/>
              <a:gd name="connsiteX2" fmla="*/ 4400554 w 4400554"/>
              <a:gd name="connsiteY2" fmla="*/ 6858000 h 6858000"/>
              <a:gd name="connsiteX3" fmla="*/ 0 w 4400554"/>
              <a:gd name="connsiteY3" fmla="*/ 6858000 h 6858000"/>
              <a:gd name="connsiteX4" fmla="*/ 0 w 4400554"/>
              <a:gd name="connsiteY4" fmla="*/ 0 h 6858000"/>
              <a:gd name="connsiteX5" fmla="*/ 4400554 w 4400554"/>
              <a:gd name="connsiteY5" fmla="*/ 0 h 6858000"/>
              <a:gd name="connsiteX6" fmla="*/ 4400554 w 4400554"/>
              <a:gd name="connsiteY6" fmla="*/ 570991 h 6858000"/>
              <a:gd name="connsiteX7" fmla="*/ 0 w 4400554"/>
              <a:gd name="connsiteY7" fmla="*/ 57099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400554" h="6858000">
                <a:moveTo>
                  <a:pt x="0" y="634999"/>
                </a:moveTo>
                <a:lnTo>
                  <a:pt x="4400554" y="634999"/>
                </a:lnTo>
                <a:lnTo>
                  <a:pt x="4400554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4400554" y="0"/>
                </a:lnTo>
                <a:lnTo>
                  <a:pt x="4400554" y="570991"/>
                </a:lnTo>
                <a:lnTo>
                  <a:pt x="0" y="570991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62523" y="2145668"/>
            <a:ext cx="6689892" cy="411839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964103" y="6477000"/>
            <a:ext cx="4707905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672013" y="6477000"/>
            <a:ext cx="1329365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612D2F0-C725-4AA5-8C46-367B84B1BFC8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01379" y="6477000"/>
            <a:ext cx="657221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06FCBA8-E056-428B-B372-B950C14D87D5}" type="slidenum">
              <a:rPr lang="en-US" smtClean="0"/>
              <a:t>‹#›</a:t>
            </a:fld>
            <a:endParaRPr lang="en-US"/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EC16BEA9-7D3A-E34B-4442-F0BFB853F3F8}"/>
              </a:ext>
            </a:extLst>
          </p:cNvPr>
          <p:cNvSpPr/>
          <p:nvPr/>
        </p:nvSpPr>
        <p:spPr>
          <a:xfrm>
            <a:off x="4408228" y="570993"/>
            <a:ext cx="7142064" cy="64006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462211-E1BA-E90A-00F8-E717C7293E42}"/>
              </a:ext>
            </a:extLst>
          </p:cNvPr>
          <p:cNvSpPr/>
          <p:nvPr/>
        </p:nvSpPr>
        <p:spPr>
          <a:xfrm>
            <a:off x="-2282" y="570991"/>
            <a:ext cx="4410510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356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2163" y="1016955"/>
            <a:ext cx="7026437" cy="731520"/>
          </a:xfrm>
          <a:prstGeom prst="rect">
            <a:avLst/>
          </a:prstGeom>
        </p:spPr>
        <p:txBody>
          <a:bodyPr anchor="t"/>
          <a:lstStyle>
            <a:lvl1pPr>
              <a:defRPr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87476243-EB8F-9EFF-F789-0088ABBB0FB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3998133" cy="6858000"/>
          </a:xfrm>
          <a:custGeom>
            <a:avLst/>
            <a:gdLst>
              <a:gd name="connsiteX0" fmla="*/ 0 w 3998133"/>
              <a:gd name="connsiteY0" fmla="*/ 634999 h 6858000"/>
              <a:gd name="connsiteX1" fmla="*/ 3998133 w 3998133"/>
              <a:gd name="connsiteY1" fmla="*/ 634999 h 6858000"/>
              <a:gd name="connsiteX2" fmla="*/ 3998133 w 3998133"/>
              <a:gd name="connsiteY2" fmla="*/ 6858000 h 6858000"/>
              <a:gd name="connsiteX3" fmla="*/ 0 w 3998133"/>
              <a:gd name="connsiteY3" fmla="*/ 6858000 h 6858000"/>
              <a:gd name="connsiteX4" fmla="*/ 0 w 3998133"/>
              <a:gd name="connsiteY4" fmla="*/ 0 h 6858000"/>
              <a:gd name="connsiteX5" fmla="*/ 3998133 w 3998133"/>
              <a:gd name="connsiteY5" fmla="*/ 0 h 6858000"/>
              <a:gd name="connsiteX6" fmla="*/ 3998133 w 3998133"/>
              <a:gd name="connsiteY6" fmla="*/ 570991 h 6858000"/>
              <a:gd name="connsiteX7" fmla="*/ 0 w 3998133"/>
              <a:gd name="connsiteY7" fmla="*/ 57099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98133" h="6858000">
                <a:moveTo>
                  <a:pt x="0" y="634999"/>
                </a:moveTo>
                <a:lnTo>
                  <a:pt x="3998133" y="634999"/>
                </a:lnTo>
                <a:lnTo>
                  <a:pt x="3998133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3998133" y="0"/>
                </a:lnTo>
                <a:lnTo>
                  <a:pt x="3998133" y="570991"/>
                </a:lnTo>
                <a:lnTo>
                  <a:pt x="0" y="570991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32168" y="2145668"/>
            <a:ext cx="7026432" cy="4077331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632167" y="6477000"/>
            <a:ext cx="5426231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058404" y="6477000"/>
            <a:ext cx="942970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612D2F0-C725-4AA5-8C46-367B84B1BFC8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01374" y="6477000"/>
            <a:ext cx="657226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06FCBA8-E056-428B-B372-B950C14D87D5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ECF4FA5C-D406-8202-9143-DAEA62C5C872}"/>
              </a:ext>
            </a:extLst>
          </p:cNvPr>
          <p:cNvSpPr/>
          <p:nvPr/>
        </p:nvSpPr>
        <p:spPr>
          <a:xfrm>
            <a:off x="0" y="570992"/>
            <a:ext cx="4019552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082645EB-0315-BBF0-B28C-6A31158DE8D1}"/>
              </a:ext>
            </a:extLst>
          </p:cNvPr>
          <p:cNvSpPr/>
          <p:nvPr/>
        </p:nvSpPr>
        <p:spPr>
          <a:xfrm>
            <a:off x="3997235" y="570992"/>
            <a:ext cx="7560729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5612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1" y="1016955"/>
            <a:ext cx="6858000" cy="731519"/>
          </a:xfrm>
          <a:prstGeom prst="rect">
            <a:avLst/>
          </a:prstGeom>
        </p:spPr>
        <p:txBody>
          <a:bodyPr anchor="t"/>
          <a:lstStyle>
            <a:lvl1pPr>
              <a:defRPr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3401" y="2145668"/>
            <a:ext cx="6858000" cy="4093526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33401" y="6464300"/>
            <a:ext cx="5366715" cy="3995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900115" y="6464300"/>
            <a:ext cx="929303" cy="3995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612D2F0-C725-4AA5-8C46-367B84B1BFC8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829424" y="6464300"/>
            <a:ext cx="561977" cy="3995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06FCBA8-E056-428B-B372-B950C14D87D5}" type="slidenum">
              <a:rPr lang="en-US" smtClean="0"/>
              <a:t>‹#›</a:t>
            </a:fld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070CE66A-15FE-D8FB-D711-D3BB0755F0D1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8193866" y="1"/>
            <a:ext cx="3998133" cy="6858000"/>
          </a:xfrm>
          <a:custGeom>
            <a:avLst/>
            <a:gdLst>
              <a:gd name="connsiteX0" fmla="*/ 0 w 3998133"/>
              <a:gd name="connsiteY0" fmla="*/ 634999 h 6858000"/>
              <a:gd name="connsiteX1" fmla="*/ 3998133 w 3998133"/>
              <a:gd name="connsiteY1" fmla="*/ 634999 h 6858000"/>
              <a:gd name="connsiteX2" fmla="*/ 3998133 w 3998133"/>
              <a:gd name="connsiteY2" fmla="*/ 6858000 h 6858000"/>
              <a:gd name="connsiteX3" fmla="*/ 0 w 3998133"/>
              <a:gd name="connsiteY3" fmla="*/ 6858000 h 6858000"/>
              <a:gd name="connsiteX4" fmla="*/ 0 w 3998133"/>
              <a:gd name="connsiteY4" fmla="*/ 0 h 6858000"/>
              <a:gd name="connsiteX5" fmla="*/ 3998133 w 3998133"/>
              <a:gd name="connsiteY5" fmla="*/ 0 h 6858000"/>
              <a:gd name="connsiteX6" fmla="*/ 3998133 w 3998133"/>
              <a:gd name="connsiteY6" fmla="*/ 570991 h 6858000"/>
              <a:gd name="connsiteX7" fmla="*/ 0 w 3998133"/>
              <a:gd name="connsiteY7" fmla="*/ 57099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98133" h="6858000">
                <a:moveTo>
                  <a:pt x="0" y="634999"/>
                </a:moveTo>
                <a:lnTo>
                  <a:pt x="3998133" y="634999"/>
                </a:lnTo>
                <a:lnTo>
                  <a:pt x="3998133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3998133" y="0"/>
                </a:lnTo>
                <a:lnTo>
                  <a:pt x="3998133" y="570991"/>
                </a:lnTo>
                <a:lnTo>
                  <a:pt x="0" y="570991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E19B021D-A5A3-D515-C491-988160E0708C}"/>
              </a:ext>
            </a:extLst>
          </p:cNvPr>
          <p:cNvSpPr/>
          <p:nvPr/>
        </p:nvSpPr>
        <p:spPr>
          <a:xfrm>
            <a:off x="8172447" y="570992"/>
            <a:ext cx="4019552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F6879252-7B61-583A-CF4D-92BF27416ADC}"/>
              </a:ext>
            </a:extLst>
          </p:cNvPr>
          <p:cNvSpPr/>
          <p:nvPr/>
        </p:nvSpPr>
        <p:spPr>
          <a:xfrm>
            <a:off x="633137" y="570992"/>
            <a:ext cx="7560729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01955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1" y="1016955"/>
            <a:ext cx="4573438" cy="1328932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6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3401" y="2495232"/>
            <a:ext cx="4573438" cy="372776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400" y="6477000"/>
            <a:ext cx="2921550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54946" y="6477000"/>
            <a:ext cx="1100995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612D2F0-C725-4AA5-8C46-367B84B1BFC8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553312" y="6477000"/>
            <a:ext cx="552253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206FCBA8-E056-428B-B372-B950C14D87D5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58928" y="0"/>
            <a:ext cx="6533072" cy="6858000"/>
          </a:xfrm>
          <a:prstGeom prst="rect">
            <a:avLst/>
          </a:pr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103B3571-8BEB-7B5F-5141-60BE7E4F2B98}"/>
              </a:ext>
            </a:extLst>
          </p:cNvPr>
          <p:cNvSpPr/>
          <p:nvPr/>
        </p:nvSpPr>
        <p:spPr>
          <a:xfrm>
            <a:off x="631405" y="570990"/>
            <a:ext cx="5024894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77208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275" y="1016955"/>
            <a:ext cx="3445936" cy="1328932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7056A831-274A-4E01-51DC-29FC50834A4F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33400" y="2495232"/>
            <a:ext cx="3445936" cy="372776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33400" y="6477000"/>
            <a:ext cx="2076777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2610177" y="6477000"/>
            <a:ext cx="949766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612D2F0-C725-4AA5-8C46-367B84B1BFC8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3559943" y="6477000"/>
            <a:ext cx="429207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06FCBA8-E056-428B-B372-B950C14D87D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0BBEF0D8-DF37-CB82-D6FC-4B18E864B26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602979" y="0"/>
            <a:ext cx="7584144" cy="6858000"/>
          </a:xfrm>
          <a:prstGeom prst="rect">
            <a:avLst/>
          </a:pr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8DC2254B-5D42-9D5B-16C8-9FAF562F458A}"/>
              </a:ext>
            </a:extLst>
          </p:cNvPr>
          <p:cNvSpPr/>
          <p:nvPr/>
        </p:nvSpPr>
        <p:spPr>
          <a:xfrm>
            <a:off x="615697" y="570989"/>
            <a:ext cx="3987282" cy="64012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06550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88060" y="1016955"/>
            <a:ext cx="2770539" cy="1875475"/>
          </a:xfrm>
          <a:prstGeom prst="rect">
            <a:avLst/>
          </a:prstGeom>
        </p:spPr>
        <p:txBody>
          <a:bodyPr anchor="t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CA946DA-5AE8-39E2-3ADD-B8F06308C1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8326323" cy="6858000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889055" y="3011335"/>
            <a:ext cx="2769544" cy="28449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  <a:lvl2pPr marL="228600" indent="0">
              <a:buNone/>
              <a:defRPr lang="en-US" dirty="0">
                <a:solidFill>
                  <a:schemeClr val="tx2"/>
                </a:solidFill>
              </a:defRPr>
            </a:lvl2pPr>
            <a:lvl3pPr marL="457200" indent="0">
              <a:buNone/>
              <a:defRPr lang="en-US" dirty="0">
                <a:solidFill>
                  <a:schemeClr val="tx2"/>
                </a:solidFill>
              </a:defRPr>
            </a:lvl3pPr>
            <a:lvl4pPr marL="685800" indent="0">
              <a:buNone/>
              <a:defRPr lang="en-US" dirty="0">
                <a:solidFill>
                  <a:schemeClr val="tx2"/>
                </a:solidFill>
              </a:defRPr>
            </a:lvl4pPr>
            <a:lvl5pPr marL="914400" indent="0">
              <a:buNone/>
              <a:defRPr lang="en-US" dirty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88061" y="6477000"/>
            <a:ext cx="1404460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92522" y="6477000"/>
            <a:ext cx="708857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B612D2F0-C725-4AA5-8C46-367B84B1BFC8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80" y="6477000"/>
            <a:ext cx="657220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06FCBA8-E056-428B-B372-B950C14D87D5}" type="slidenum">
              <a:rPr lang="en-US" smtClean="0"/>
              <a:t>‹#›</a:t>
            </a:fld>
            <a:endParaRPr lang="en-US"/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3AEE3D4D-61F7-E7A0-0EB4-DE705A2CAF60}"/>
              </a:ext>
            </a:extLst>
          </p:cNvPr>
          <p:cNvSpPr/>
          <p:nvPr/>
        </p:nvSpPr>
        <p:spPr>
          <a:xfrm>
            <a:off x="8326322" y="570989"/>
            <a:ext cx="3332277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84326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3623948"/>
            <a:ext cx="3486152" cy="2599051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2192000" cy="3242949"/>
          </a:xfrm>
          <a:prstGeom prst="rect">
            <a:avLst/>
          </a:pr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05936" y="3623949"/>
            <a:ext cx="7252664" cy="25990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  <a:lvl2pPr marL="228600" indent="0">
              <a:buNone/>
              <a:defRPr lang="en-US" dirty="0">
                <a:solidFill>
                  <a:schemeClr val="tx2"/>
                </a:solidFill>
              </a:defRPr>
            </a:lvl2pPr>
            <a:lvl3pPr marL="457200" indent="0">
              <a:buNone/>
              <a:defRPr lang="en-US" dirty="0">
                <a:solidFill>
                  <a:schemeClr val="tx2"/>
                </a:solidFill>
              </a:defRPr>
            </a:lvl3pPr>
            <a:lvl4pPr marL="685800" indent="0">
              <a:buNone/>
              <a:defRPr lang="en-US" dirty="0">
                <a:solidFill>
                  <a:schemeClr val="tx2"/>
                </a:solidFill>
              </a:defRPr>
            </a:lvl4pPr>
            <a:lvl5pPr marL="914400" indent="0">
              <a:buNone/>
              <a:defRPr lang="en-US" dirty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76999"/>
            <a:ext cx="1891338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612D2F0-C725-4AA5-8C46-367B84B1BFC8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77000"/>
            <a:ext cx="657226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06FCBA8-E056-428B-B372-B950C14D87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2546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1016955"/>
            <a:ext cx="11125199" cy="731519"/>
          </a:xfrm>
          <a:prstGeom prst="rect">
            <a:avLst/>
          </a:prstGeom>
        </p:spPr>
        <p:txBody>
          <a:bodyPr anchor="t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Picture Placeholder 11">
            <a:extLst>
              <a:ext uri="{FF2B5EF4-FFF2-40B4-BE49-F238E27FC236}">
                <a16:creationId xmlns:a16="http://schemas.microsoft.com/office/drawing/2014/main" id="{61ACD7CC-7A35-CC8D-F7DA-128B795065B1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0" y="2145668"/>
            <a:ext cx="6291878" cy="4728525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 marL="0" indent="0">
              <a:buNone/>
              <a:defRPr lang="en-US" dirty="0"/>
            </a:lvl1pPr>
          </a:lstStyle>
          <a:p>
            <a:pPr marL="228600" lvl="0" indent="-228600"/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843095" y="2145668"/>
            <a:ext cx="4815505" cy="419049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843095" y="6492240"/>
            <a:ext cx="321529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058398" y="6492240"/>
            <a:ext cx="942982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612D2F0-C725-4AA5-8C46-367B84B1BFC8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01379" y="6492240"/>
            <a:ext cx="657221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06FCBA8-E056-428B-B372-B950C14D87D5}" type="slidenum">
              <a:rPr lang="en-US" smtClean="0"/>
              <a:t>‹#›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4335081-FA52-F16F-A616-E20DA766DB57}"/>
              </a:ext>
            </a:extLst>
          </p:cNvPr>
          <p:cNvSpPr/>
          <p:nvPr/>
        </p:nvSpPr>
        <p:spPr>
          <a:xfrm>
            <a:off x="634030" y="565606"/>
            <a:ext cx="11557968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508965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9" y="1016955"/>
            <a:ext cx="3486153" cy="131634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6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34030" y="2495233"/>
            <a:ext cx="3385517" cy="3727765"/>
          </a:xfrm>
          <a:prstGeom prst="rect">
            <a:avLst/>
          </a:pr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Font typeface="Arial" panose="020B0604020202020204" pitchFamily="34" charset="0"/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6142" y="1016954"/>
            <a:ext cx="7082457" cy="520604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76999"/>
            <a:ext cx="1891338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612D2F0-C725-4AA5-8C46-367B84B1BFC8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77000"/>
            <a:ext cx="657226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06FCBA8-E056-428B-B372-B950C14D87D5}" type="slidenum">
              <a:rPr lang="en-US" smtClean="0"/>
              <a:t>‹#›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5CA24FE-7F15-0A35-2050-28F4CE33B91F}"/>
              </a:ext>
            </a:extLst>
          </p:cNvPr>
          <p:cNvSpPr/>
          <p:nvPr/>
        </p:nvSpPr>
        <p:spPr>
          <a:xfrm>
            <a:off x="634030" y="565606"/>
            <a:ext cx="338552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9E0A62-7502-AFE4-4860-6DE00EB6D1D5}"/>
              </a:ext>
            </a:extLst>
          </p:cNvPr>
          <p:cNvSpPr/>
          <p:nvPr/>
        </p:nvSpPr>
        <p:spPr>
          <a:xfrm>
            <a:off x="4019547" y="565605"/>
            <a:ext cx="8172453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8255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473C94E-2C8E-3F68-4792-D2F9DD8663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2961" y="5109525"/>
            <a:ext cx="8195638" cy="744634"/>
          </a:xfrm>
        </p:spPr>
        <p:txBody>
          <a:bodyPr anchor="b">
            <a:normAutofit/>
          </a:bodyPr>
          <a:lstStyle>
            <a:lvl1pPr>
              <a:defRPr sz="20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6E6EBA2-EEB8-DB5B-897E-6DAE1530B3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33400" y="533400"/>
            <a:ext cx="11125200" cy="4576763"/>
          </a:xfrm>
        </p:spPr>
        <p:txBody>
          <a:bodyPr>
            <a:normAutofit/>
          </a:bodyPr>
          <a:lstStyle>
            <a:lvl1pPr marL="0" indent="0">
              <a:buNone/>
              <a:defRPr sz="30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77000"/>
            <a:ext cx="1880546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612D2F0-C725-4AA5-8C46-367B84B1BFC8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06FCBA8-E056-428B-B372-B950C14D87D5}" type="slidenum">
              <a:rPr lang="en-US" smtClean="0"/>
              <a:t>‹#›</a:t>
            </a:fld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CD9F1A0-57DB-F034-0AB9-2E671ABA4CDD}"/>
              </a:ext>
            </a:extLst>
          </p:cNvPr>
          <p:cNvSpPr/>
          <p:nvPr/>
        </p:nvSpPr>
        <p:spPr>
          <a:xfrm>
            <a:off x="9110040" y="6155911"/>
            <a:ext cx="3081959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6B7340E-9893-2D44-91EA-76771EE522E6}"/>
              </a:ext>
            </a:extLst>
          </p:cNvPr>
          <p:cNvSpPr/>
          <p:nvPr/>
        </p:nvSpPr>
        <p:spPr>
          <a:xfrm>
            <a:off x="3467745" y="6155911"/>
            <a:ext cx="5642289" cy="6400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945264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33399" y="1016955"/>
            <a:ext cx="11125201" cy="484028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7200" b="1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228600" indent="0">
              <a:lnSpc>
                <a:spcPct val="90000"/>
              </a:lnSpc>
              <a:spcBef>
                <a:spcPts val="0"/>
              </a:spcBef>
              <a:buNone/>
              <a:defRPr sz="7200" b="1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457200" indent="0">
              <a:lnSpc>
                <a:spcPct val="90000"/>
              </a:lnSpc>
              <a:spcBef>
                <a:spcPts val="0"/>
              </a:spcBef>
              <a:buNone/>
              <a:defRPr sz="7200" b="1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685800" indent="0">
              <a:lnSpc>
                <a:spcPct val="90000"/>
              </a:lnSpc>
              <a:spcBef>
                <a:spcPts val="0"/>
              </a:spcBef>
              <a:buNone/>
              <a:defRPr sz="7200" b="1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914400" indent="0">
              <a:lnSpc>
                <a:spcPct val="90000"/>
              </a:lnSpc>
              <a:spcBef>
                <a:spcPts val="0"/>
              </a:spcBef>
              <a:buNone/>
              <a:defRPr sz="7200" b="1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0"/>
            <a:ext cx="8576637" cy="36576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39"/>
            <a:ext cx="1891338" cy="36576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B612D2F0-C725-4AA5-8C46-367B84B1BFC8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0"/>
            <a:ext cx="662624" cy="36576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206FCBA8-E056-428B-B372-B950C14D87D5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10F272-8DCB-3D9F-8EA6-FBDD6B7DFDA3}"/>
              </a:ext>
            </a:extLst>
          </p:cNvPr>
          <p:cNvSpPr/>
          <p:nvPr/>
        </p:nvSpPr>
        <p:spPr>
          <a:xfrm>
            <a:off x="9110040" y="6155911"/>
            <a:ext cx="3081959" cy="6400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38ED97-EB88-D071-C45A-D0C32569D40D}"/>
              </a:ext>
            </a:extLst>
          </p:cNvPr>
          <p:cNvSpPr/>
          <p:nvPr/>
        </p:nvSpPr>
        <p:spPr>
          <a:xfrm>
            <a:off x="3467745" y="6155911"/>
            <a:ext cx="5642289" cy="6400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5379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7745" y="5216204"/>
            <a:ext cx="8190855" cy="640080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lnSpc>
                <a:spcPct val="120000"/>
              </a:lnSpc>
              <a:defRPr sz="2000" spc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33398" y="1016954"/>
            <a:ext cx="11125201" cy="3711571"/>
          </a:xfrm>
          <a:prstGeom prst="rect">
            <a:avLst/>
          </a:prstGeom>
        </p:spPr>
        <p:txBody>
          <a:bodyPr anchor="t">
            <a:normAutofit/>
          </a:bodyPr>
          <a:lstStyle>
            <a:lvl1pPr marL="164592" indent="-164592">
              <a:lnSpc>
                <a:spcPct val="90000"/>
              </a:lnSpc>
              <a:spcBef>
                <a:spcPts val="0"/>
              </a:spcBef>
              <a:buNone/>
              <a:defRPr sz="7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78961" cy="365760"/>
          </a:xfrm>
          <a:prstGeom prst="rect">
            <a:avLst/>
          </a:prstGeom>
        </p:spPr>
        <p:txBody>
          <a:bodyPr/>
          <a:lstStyle/>
          <a:p>
            <a:fld id="{B612D2F0-C725-4AA5-8C46-367B84B1BFC8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68" y="6492241"/>
            <a:ext cx="657231" cy="365760"/>
          </a:xfrm>
          <a:prstGeom prst="rect">
            <a:avLst/>
          </a:prstGeom>
        </p:spPr>
        <p:txBody>
          <a:bodyPr/>
          <a:lstStyle/>
          <a:p>
            <a:fld id="{206FCBA8-E056-428B-B372-B950C14D87D5}" type="slidenum">
              <a:rPr lang="en-US" smtClean="0"/>
              <a:t>‹#›</a:t>
            </a:fld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22AFB11-60F0-1BFB-3EE2-25A317606ED4}"/>
              </a:ext>
            </a:extLst>
          </p:cNvPr>
          <p:cNvSpPr/>
          <p:nvPr/>
        </p:nvSpPr>
        <p:spPr>
          <a:xfrm>
            <a:off x="9110040" y="6155911"/>
            <a:ext cx="3081959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DB6C2DA-9756-1101-616C-92AE71300FD8}"/>
              </a:ext>
            </a:extLst>
          </p:cNvPr>
          <p:cNvSpPr/>
          <p:nvPr/>
        </p:nvSpPr>
        <p:spPr>
          <a:xfrm>
            <a:off x="3467745" y="6155911"/>
            <a:ext cx="5642289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09151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6"/>
            <a:ext cx="11125201" cy="731520"/>
          </a:xfrm>
          <a:prstGeom prst="rect">
            <a:avLst/>
          </a:prstGeom>
        </p:spPr>
        <p:txBody>
          <a:bodyPr anchor="t"/>
          <a:lstStyle>
            <a:lvl1pPr>
              <a:defRPr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7" name="Content Placeholder 5">
            <a:extLst>
              <a:ext uri="{FF2B5EF4-FFF2-40B4-BE49-F238E27FC236}">
                <a16:creationId xmlns:a16="http://schemas.microsoft.com/office/drawing/2014/main" id="{2D30AC1E-99F3-1176-72D1-F6FF258E307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33399" y="1883248"/>
            <a:ext cx="5075238" cy="433975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8" name="Content Placeholder 11">
            <a:extLst>
              <a:ext uri="{FF2B5EF4-FFF2-40B4-BE49-F238E27FC236}">
                <a16:creationId xmlns:a16="http://schemas.microsoft.com/office/drawing/2014/main" id="{54CE6F64-34A4-5E4B-21B9-E65B60D60DF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83043" y="1883248"/>
            <a:ext cx="5075556" cy="433975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/>
          <a:p>
            <a:fld id="{B612D2F0-C725-4AA5-8C46-367B84B1BFC8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39"/>
            <a:ext cx="662624" cy="365761"/>
          </a:xfrm>
          <a:prstGeom prst="rect">
            <a:avLst/>
          </a:prstGeom>
        </p:spPr>
        <p:txBody>
          <a:bodyPr/>
          <a:lstStyle/>
          <a:p>
            <a:fld id="{206FCBA8-E056-428B-B372-B950C14D87D5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DF6D21-8591-4FB9-5FF0-44B10800DC79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A7345B5-8AF1-C46D-5FB8-FF298EC5943D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78626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11125201" cy="731520"/>
          </a:xfrm>
          <a:prstGeom prst="rect">
            <a:avLst/>
          </a:prstGeom>
        </p:spPr>
        <p:txBody>
          <a:bodyPr anchor="t"/>
          <a:lstStyle>
            <a:lvl1pPr>
              <a:defRPr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3399" y="1883248"/>
            <a:ext cx="5074920" cy="375613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76AAF7-C632-FCD0-6A60-E0EA4A52F22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33399" y="2444434"/>
            <a:ext cx="5075238" cy="3778566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83679" y="1883247"/>
            <a:ext cx="5074920" cy="375613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D998360-6973-27D8-8B08-ACAE10572B3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83043" y="2444434"/>
            <a:ext cx="5075556" cy="3778566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/>
          <a:p>
            <a:fld id="{B612D2F0-C725-4AA5-8C46-367B84B1BFC8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92241"/>
            <a:ext cx="657226" cy="365760"/>
          </a:xfrm>
          <a:prstGeom prst="rect">
            <a:avLst/>
          </a:prstGeom>
        </p:spPr>
        <p:txBody>
          <a:bodyPr/>
          <a:lstStyle/>
          <a:p>
            <a:fld id="{206FCBA8-E056-428B-B372-B950C14D87D5}" type="slidenum">
              <a:rPr lang="en-US" smtClean="0"/>
              <a:t>‹#›</a:t>
            </a:fld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B0A7ECD-2835-13DC-1392-DC6E9D6B14EE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3FF6D6A-BF5E-8499-2E05-993B26BA4977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39611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11125201" cy="1112519"/>
          </a:xfrm>
          <a:prstGeom prst="rect">
            <a:avLst/>
          </a:prstGeom>
        </p:spPr>
        <p:txBody>
          <a:bodyPr anchor="t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612D2F0-C725-4AA5-8C46-367B84B1BFC8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06FCBA8-E056-428B-B372-B950C14D87D5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70041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/>
          <a:p>
            <a:fld id="{B612D2F0-C725-4AA5-8C46-367B84B1BFC8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92241"/>
            <a:ext cx="657226" cy="365760"/>
          </a:xfrm>
          <a:prstGeom prst="rect">
            <a:avLst/>
          </a:prstGeom>
        </p:spPr>
        <p:txBody>
          <a:bodyPr/>
          <a:lstStyle/>
          <a:p>
            <a:fld id="{206FCBA8-E056-428B-B372-B950C14D87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05811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11125201" cy="186023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3398" y="3258190"/>
            <a:ext cx="11125201" cy="296481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  <a:lvl2pPr marL="228600" indent="0">
              <a:buNone/>
              <a:defRPr>
                <a:solidFill>
                  <a:schemeClr val="tx2"/>
                </a:solidFill>
              </a:defRPr>
            </a:lvl2pPr>
            <a:lvl3pPr marL="457200" indent="0">
              <a:buNone/>
              <a:defRPr>
                <a:solidFill>
                  <a:schemeClr val="tx2"/>
                </a:solidFill>
              </a:defRPr>
            </a:lvl3pPr>
            <a:lvl4pPr marL="685800" indent="0">
              <a:buNone/>
              <a:defRPr>
                <a:solidFill>
                  <a:schemeClr val="tx2"/>
                </a:solidFill>
              </a:defRPr>
            </a:lvl4pPr>
            <a:lvl5pPr marL="914400" indent="0">
              <a:buNone/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504949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612D2F0-C725-4AA5-8C46-367B84B1BFC8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4990" y="6492241"/>
            <a:ext cx="1043610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06FCBA8-E056-428B-B372-B950C14D87D5}" type="slidenum">
              <a:rPr lang="en-US" smtClean="0"/>
              <a:t>‹#›</a:t>
            </a:fld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0612DD4-C154-5A34-CBE2-09022345DFF5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245B82D-4F13-20D2-DD25-C26E60C48A92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05380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1016955"/>
            <a:ext cx="8576636" cy="184202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3400" y="4614992"/>
            <a:ext cx="8576506" cy="160800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20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228600" indent="0">
              <a:buNone/>
              <a:defRPr sz="20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457200" indent="0">
              <a:buNone/>
              <a:defRPr sz="20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685800" indent="0">
              <a:buNone/>
              <a:defRPr sz="20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914400" indent="0">
              <a:buNone/>
              <a:defRPr sz="20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400" y="6492241"/>
            <a:ext cx="8576636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612D2F0-C725-4AA5-8C46-367B84B1BFC8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92241"/>
            <a:ext cx="657226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06FCBA8-E056-428B-B372-B950C14D87D5}" type="slidenum">
              <a:rPr lang="en-US" smtClean="0"/>
              <a:t>‹#›</a:t>
            </a:fld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0E45243-34A7-09D9-589C-A28D8FB592BD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77B2CF5-DB49-E6FB-F72A-24AA38988AEC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063057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11125201" cy="74675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3398" y="1748474"/>
            <a:ext cx="11125202" cy="47285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33399" y="6476998"/>
            <a:ext cx="8576637" cy="3810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800">
                <a:solidFill>
                  <a:schemeClr val="tx2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110036" y="6476998"/>
            <a:ext cx="1885951" cy="3810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800">
                <a:solidFill>
                  <a:schemeClr val="tx2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B612D2F0-C725-4AA5-8C46-367B84B1BFC8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1379" y="6476998"/>
            <a:ext cx="657221" cy="3810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800">
                <a:solidFill>
                  <a:schemeClr val="tx2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206FCBA8-E056-428B-B372-B950C14D87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6135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  <p:sldLayoutId id="2147483693" r:id="rId5"/>
    <p:sldLayoutId id="2147483694" r:id="rId6"/>
    <p:sldLayoutId id="2147483695" r:id="rId7"/>
    <p:sldLayoutId id="2147483696" r:id="rId8"/>
    <p:sldLayoutId id="2147483697" r:id="rId9"/>
    <p:sldLayoutId id="2147483698" r:id="rId10"/>
    <p:sldLayoutId id="2147483699" r:id="rId11"/>
    <p:sldLayoutId id="2147483700" r:id="rId12"/>
    <p:sldLayoutId id="2147483701" r:id="rId13"/>
    <p:sldLayoutId id="2147483702" r:id="rId14"/>
    <p:sldLayoutId id="2147483703" r:id="rId15"/>
    <p:sldLayoutId id="2147483704" r:id="rId16"/>
    <p:sldLayoutId id="2147483705" r:id="rId17"/>
    <p:sldLayoutId id="2147483706" r:id="rId18"/>
    <p:sldLayoutId id="2147483707" r:id="rId19"/>
    <p:sldLayoutId id="2147483708" r:id="rId20"/>
    <p:sldLayoutId id="2147483709" r:id="rId21"/>
    <p:sldLayoutId id="2147483710" r:id="rId22"/>
    <p:sldLayoutId id="2147483711" r:id="rId23"/>
    <p:sldLayoutId id="2147483712" r:id="rId24"/>
    <p:sldLayoutId id="2147483713" r:id="rId25"/>
    <p:sldLayoutId id="2147483714" r:id="rId26"/>
    <p:sldLayoutId id="2147483715" r:id="rId27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0" kern="1200" spc="0" baseline="0">
          <a:solidFill>
            <a:schemeClr val="tx2"/>
          </a:solidFill>
          <a:latin typeface="+mj-lt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1pPr>
      <a:lvl2pPr marL="457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2pPr>
      <a:lvl3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3pPr>
      <a:lvl4pPr marL="914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4pPr>
      <a:lvl5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0" orient="horz" pos="2160">
          <p15:clr>
            <a:srgbClr val="F26B43"/>
          </p15:clr>
        </p15:guide>
        <p15:guide id="31" pos="3840">
          <p15:clr>
            <a:srgbClr val="F26B43"/>
          </p15:clr>
        </p15:guide>
        <p15:guide id="32" pos="336">
          <p15:clr>
            <a:srgbClr val="F26B43"/>
          </p15:clr>
        </p15:guide>
        <p15:guide id="33" pos="7344">
          <p15:clr>
            <a:srgbClr val="F26B43"/>
          </p15:clr>
        </p15:guide>
        <p15:guide id="34" orient="horz" pos="4080">
          <p15:clr>
            <a:srgbClr val="F26B43"/>
          </p15:clr>
        </p15:guide>
        <p15:guide id="35" orient="horz" pos="1344">
          <p15:clr>
            <a:srgbClr val="F26B43"/>
          </p15:clr>
        </p15:guide>
        <p15:guide id="36" orient="horz" pos="388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3F486A-9923-92D6-023D-EFEAF9FA27A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Bank of CLI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2C97B5-B363-70C9-03A4-AF84DACCB4A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 Aryaman Tomer</a:t>
            </a:r>
          </a:p>
        </p:txBody>
      </p:sp>
    </p:spTree>
    <p:extLst>
      <p:ext uri="{BB962C8B-B14F-4D97-AF65-F5344CB8AC3E}">
        <p14:creationId xmlns:p14="http://schemas.microsoft.com/office/powerpoint/2010/main" val="7762134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0B758-9242-4056-133F-1EAC5B013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Bank of CLI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D6D09C-CA90-7691-9F79-41547B4EE1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Bank of CLI is a terminal-based banking application built in Java that allows users to register, log in, manage account balances, transfer funds, and view transaction history using a PostgreSQL database.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AC4BFE-421B-8CD3-D427-D654072C5A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98" y="2495233"/>
            <a:ext cx="5458587" cy="311511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FC6DD1-3F74-4D37-6CC9-97A1F2B213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7224" y="2495233"/>
            <a:ext cx="5702577" cy="3115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87843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1B143B-B81F-4022-4DA7-1AA926388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3B2106-2F0A-D73A-7DB8-840DBC4507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application provides the core functionality of a banking ledger entirely through the command line.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D4901EF-F823-07D5-E5F6-415BB14DCFF6}"/>
              </a:ext>
            </a:extLst>
          </p:cNvPr>
          <p:cNvSpPr/>
          <p:nvPr/>
        </p:nvSpPr>
        <p:spPr>
          <a:xfrm>
            <a:off x="1325880" y="3557016"/>
            <a:ext cx="1161288" cy="111556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b="1" dirty="0"/>
              <a:t>REGISTER / LOGIN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100" dirty="0"/>
              <a:t>Create Account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100" dirty="0"/>
              <a:t>Sign in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2F8F889-5BA1-8860-640B-9DAB98C6819B}"/>
              </a:ext>
            </a:extLst>
          </p:cNvPr>
          <p:cNvSpPr/>
          <p:nvPr/>
        </p:nvSpPr>
        <p:spPr>
          <a:xfrm>
            <a:off x="3828288" y="3562572"/>
            <a:ext cx="1161288" cy="111556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b="1" dirty="0"/>
              <a:t>CHECK BALANCE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100" dirty="0"/>
              <a:t>View Current Balance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C8A355-8C9A-6C5F-3199-73DE7571E5D7}"/>
              </a:ext>
            </a:extLst>
          </p:cNvPr>
          <p:cNvSpPr/>
          <p:nvPr/>
        </p:nvSpPr>
        <p:spPr>
          <a:xfrm>
            <a:off x="6330696" y="3554952"/>
            <a:ext cx="1161288" cy="111556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b="1" dirty="0"/>
              <a:t>MANAGE FUNDS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100" dirty="0"/>
              <a:t>Deposit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100" dirty="0"/>
              <a:t>Withdraw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100" dirty="0"/>
              <a:t>Transfer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19C3F4E-6FC6-25D1-445A-1C62479292DA}"/>
              </a:ext>
            </a:extLst>
          </p:cNvPr>
          <p:cNvSpPr/>
          <p:nvPr/>
        </p:nvSpPr>
        <p:spPr>
          <a:xfrm>
            <a:off x="8833104" y="3554952"/>
            <a:ext cx="1161288" cy="111556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b="1" dirty="0"/>
              <a:t>VIEW ACTIVITY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100" dirty="0"/>
              <a:t>Transaction History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2AFEAC5-8550-08C0-77F2-E7377853BD93}"/>
              </a:ext>
            </a:extLst>
          </p:cNvPr>
          <p:cNvCxnSpPr>
            <a:stCxn id="13" idx="3"/>
            <a:endCxn id="14" idx="1"/>
          </p:cNvCxnSpPr>
          <p:nvPr/>
        </p:nvCxnSpPr>
        <p:spPr>
          <a:xfrm>
            <a:off x="2487168" y="4114800"/>
            <a:ext cx="1341120" cy="5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478C112-02A7-8812-1100-85CFDD79E696}"/>
              </a:ext>
            </a:extLst>
          </p:cNvPr>
          <p:cNvCxnSpPr>
            <a:stCxn id="14" idx="3"/>
            <a:endCxn id="15" idx="1"/>
          </p:cNvCxnSpPr>
          <p:nvPr/>
        </p:nvCxnSpPr>
        <p:spPr>
          <a:xfrm flipV="1">
            <a:off x="4989576" y="4112736"/>
            <a:ext cx="1341120" cy="76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CBB2A67-B269-5D72-232D-191E7DA40A6E}"/>
              </a:ext>
            </a:extLst>
          </p:cNvPr>
          <p:cNvCxnSpPr>
            <a:endCxn id="16" idx="1"/>
          </p:cNvCxnSpPr>
          <p:nvPr/>
        </p:nvCxnSpPr>
        <p:spPr>
          <a:xfrm>
            <a:off x="7491984" y="4112736"/>
            <a:ext cx="134112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16535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2CD4A-2A6A-037B-41C9-C577E3569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A66BFC-8D11-188D-B7AE-656A339074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the application move from user input to the database?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C8C69D4-0D48-0690-E899-45F27D7A4D24}"/>
              </a:ext>
            </a:extLst>
          </p:cNvPr>
          <p:cNvSpPr/>
          <p:nvPr/>
        </p:nvSpPr>
        <p:spPr>
          <a:xfrm>
            <a:off x="3590162" y="2746089"/>
            <a:ext cx="1834897" cy="22131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Service Layer –</a:t>
            </a:r>
          </a:p>
          <a:p>
            <a:pPr algn="ctr"/>
            <a:r>
              <a:rPr lang="en-US" sz="1100" dirty="0" err="1"/>
              <a:t>AccountService</a:t>
            </a:r>
            <a:r>
              <a:rPr lang="en-US" sz="1100" dirty="0"/>
              <a:t>, </a:t>
            </a:r>
            <a:r>
              <a:rPr lang="en-US" sz="1100" dirty="0" err="1"/>
              <a:t>AccountServiceImpl</a:t>
            </a:r>
            <a:endParaRPr lang="en-US" sz="1100" dirty="0"/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100" dirty="0"/>
              <a:t>Registration &amp; login logic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100" dirty="0"/>
              <a:t>PIN validation 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100" dirty="0"/>
              <a:t>Deposit / withdrawal validation 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100" dirty="0"/>
              <a:t>Prevents overdrafts 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100" dirty="0"/>
              <a:t>Validates transfers 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100" dirty="0"/>
              <a:t>Retrieves transaction history 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30F8FD6-7F1C-6BAC-8DD1-64174B1CEFFC}"/>
              </a:ext>
            </a:extLst>
          </p:cNvPr>
          <p:cNvSpPr/>
          <p:nvPr/>
        </p:nvSpPr>
        <p:spPr>
          <a:xfrm>
            <a:off x="533398" y="2964942"/>
            <a:ext cx="1834898" cy="17754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API / CLI layer – Main, </a:t>
            </a:r>
            <a:r>
              <a:rPr lang="en-US" sz="1100" dirty="0" err="1"/>
              <a:t>BankCli</a:t>
            </a:r>
            <a:endParaRPr lang="en-US" sz="1100" dirty="0"/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100" dirty="0"/>
              <a:t>Starts the Application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100" dirty="0"/>
              <a:t>Displays Menus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100" dirty="0"/>
              <a:t>Reads Account ID, PIN, amounts, choices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100" dirty="0"/>
              <a:t>Prints success/error messages 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1C5E0F9-DFDE-AC68-2C24-7B6D2C6CE9DE}"/>
              </a:ext>
            </a:extLst>
          </p:cNvPr>
          <p:cNvSpPr/>
          <p:nvPr/>
        </p:nvSpPr>
        <p:spPr>
          <a:xfrm>
            <a:off x="6646926" y="2302763"/>
            <a:ext cx="1733296" cy="30998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Repository Layer - </a:t>
            </a:r>
            <a:r>
              <a:rPr lang="en-US" sz="1100" dirty="0" err="1"/>
              <a:t>AccountRepository</a:t>
            </a:r>
            <a:r>
              <a:rPr lang="en-US" sz="1100" dirty="0"/>
              <a:t>,</a:t>
            </a:r>
          </a:p>
          <a:p>
            <a:pPr algn="ctr"/>
            <a:r>
              <a:rPr lang="en-US" sz="1100" dirty="0"/>
              <a:t>AccountRepositoryImpl,</a:t>
            </a:r>
          </a:p>
          <a:p>
            <a:pPr algn="ctr"/>
            <a:r>
              <a:rPr lang="en-US" sz="1100" dirty="0" err="1"/>
              <a:t>TransactionRepository</a:t>
            </a:r>
            <a:r>
              <a:rPr lang="en-US" sz="1100" dirty="0"/>
              <a:t>,</a:t>
            </a:r>
          </a:p>
          <a:p>
            <a:pPr algn="ctr"/>
            <a:r>
              <a:rPr lang="en-US" sz="1100" dirty="0" err="1"/>
              <a:t>TransactionRepositoryImpl</a:t>
            </a:r>
            <a:r>
              <a:rPr lang="en-US" sz="1100" dirty="0"/>
              <a:t>,</a:t>
            </a:r>
          </a:p>
          <a:p>
            <a:pPr algn="ctr"/>
            <a:r>
              <a:rPr lang="en-US" sz="1100" dirty="0" err="1"/>
              <a:t>ConnectionFactory</a:t>
            </a:r>
            <a:r>
              <a:rPr lang="en-US" sz="1100" dirty="0"/>
              <a:t>,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100" dirty="0"/>
              <a:t>Executes SQL through JDBC 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100" dirty="0"/>
              <a:t>Creates / retrieves accounts 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100" dirty="0"/>
              <a:t>Updates balances 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100" dirty="0"/>
              <a:t>Stores transaction records 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100" dirty="0"/>
              <a:t>Handles commit / rollback for transfers</a:t>
            </a:r>
          </a:p>
          <a:p>
            <a:pPr algn="ctr"/>
            <a:r>
              <a:rPr lang="en-US" sz="1100" dirty="0"/>
              <a:t>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A7531DA-64A8-A253-D444-768F9B533EF4}"/>
              </a:ext>
            </a:extLst>
          </p:cNvPr>
          <p:cNvSpPr/>
          <p:nvPr/>
        </p:nvSpPr>
        <p:spPr>
          <a:xfrm>
            <a:off x="9823704" y="3028950"/>
            <a:ext cx="1834896" cy="171145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Postgres – Accounts and Transactions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100" dirty="0"/>
              <a:t>Account credentials 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100" dirty="0"/>
              <a:t>Current balances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100" dirty="0"/>
              <a:t>Deposit / withdrawal records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100" dirty="0"/>
              <a:t>Transfer records 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100" dirty="0"/>
              <a:t>Persistent storage 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BAA3CDA-6D24-0407-F2A0-9EFFA9B3C4E9}"/>
              </a:ext>
            </a:extLst>
          </p:cNvPr>
          <p:cNvCxnSpPr>
            <a:cxnSpLocks/>
            <a:stCxn id="7" idx="3"/>
            <a:endCxn id="6" idx="1"/>
          </p:cNvCxnSpPr>
          <p:nvPr/>
        </p:nvCxnSpPr>
        <p:spPr>
          <a:xfrm>
            <a:off x="2368296" y="3852672"/>
            <a:ext cx="122186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06C08D4-FD2C-B1DD-023C-49F2FAACE980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5425059" y="3852671"/>
            <a:ext cx="122186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B41F6BD-2DEF-1C5D-DFC9-7F3996C5BEAA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8380222" y="3852671"/>
            <a:ext cx="1443482" cy="320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12F8BCE7-8ABC-EB21-004E-F15D4780FCA9}"/>
              </a:ext>
            </a:extLst>
          </p:cNvPr>
          <p:cNvSpPr/>
          <p:nvPr/>
        </p:nvSpPr>
        <p:spPr>
          <a:xfrm>
            <a:off x="8878824" y="923544"/>
            <a:ext cx="1911096" cy="154990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Domain Models - Account Transaction, </a:t>
            </a:r>
            <a:r>
              <a:rPr lang="en-US" sz="1100" dirty="0" err="1"/>
              <a:t>TransactionType</a:t>
            </a:r>
            <a:endParaRPr lang="en-US" sz="1100" dirty="0"/>
          </a:p>
          <a:p>
            <a:pPr algn="ctr"/>
            <a:r>
              <a:rPr lang="en-US" sz="1100" dirty="0"/>
              <a:t>Java objects used to move banking data between layers.</a:t>
            </a:r>
          </a:p>
        </p:txBody>
      </p:sp>
    </p:spTree>
    <p:extLst>
      <p:ext uri="{BB962C8B-B14F-4D97-AF65-F5344CB8AC3E}">
        <p14:creationId xmlns:p14="http://schemas.microsoft.com/office/powerpoint/2010/main" val="627179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BB45B-E374-24DB-C0E4-09475BFF0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 Stack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8A87D7F3-0E97-A7EC-E698-B56E51DE3D0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27154303"/>
              </p:ext>
            </p:extLst>
          </p:nvPr>
        </p:nvGraphicFramePr>
        <p:xfrm>
          <a:off x="533400" y="1747838"/>
          <a:ext cx="11125200" cy="357396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62600">
                  <a:extLst>
                    <a:ext uri="{9D8B030D-6E8A-4147-A177-3AD203B41FA5}">
                      <a16:colId xmlns:a16="http://schemas.microsoft.com/office/drawing/2014/main" val="953556518"/>
                    </a:ext>
                  </a:extLst>
                </a:gridCol>
                <a:gridCol w="5562600">
                  <a:extLst>
                    <a:ext uri="{9D8B030D-6E8A-4147-A177-3AD203B41FA5}">
                      <a16:colId xmlns:a16="http://schemas.microsoft.com/office/drawing/2014/main" val="2567847435"/>
                    </a:ext>
                  </a:extLst>
                </a:gridCol>
              </a:tblGrid>
              <a:tr h="1191323">
                <a:tc>
                  <a:txBody>
                    <a:bodyPr/>
                    <a:lstStyle/>
                    <a:p>
                      <a:r>
                        <a:rPr lang="en-US" dirty="0"/>
                        <a:t>Java – Core application language. Used for the CLI, business logic, domain models, repository classes, validation, and exception handling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Maven – Manages the project build and external dependencies such as PostgreSQL JDBC, JUnit 5, and </a:t>
                      </a:r>
                      <a:r>
                        <a:rPr lang="en-US" dirty="0" err="1"/>
                        <a:t>Bcrypt</a:t>
                      </a:r>
                      <a:r>
                        <a:rPr lang="en-US" dirty="0"/>
                        <a:t>. Also runs automated tests with </a:t>
                      </a:r>
                      <a:r>
                        <a:rPr lang="en-US" dirty="0" err="1"/>
                        <a:t>mvn</a:t>
                      </a:r>
                      <a:r>
                        <a:rPr lang="en-US" dirty="0"/>
                        <a:t> test.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9734262"/>
                  </a:ext>
                </a:extLst>
              </a:tr>
              <a:tr h="1191323">
                <a:tc>
                  <a:txBody>
                    <a:bodyPr/>
                    <a:lstStyle/>
                    <a:p>
                      <a:r>
                        <a:rPr lang="en-US" dirty="0"/>
                        <a:t>PostgreSQL – Persistent Relational Database storing accounts, balances, hashed PINs, and transaction history.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JDBC – Connects the Java Repository layer to PostgreSQL. Used for prepared statements, queries, updates, and database transactions.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817795"/>
                  </a:ext>
                </a:extLst>
              </a:tr>
              <a:tr h="1191323">
                <a:tc>
                  <a:txBody>
                    <a:bodyPr/>
                    <a:lstStyle/>
                    <a:p>
                      <a:r>
                        <a:rPr lang="en-US" dirty="0"/>
                        <a:t>JUnit5 – Automated Testing framework used for positive and negative tests across the Service and Repository layers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Git and </a:t>
                      </a:r>
                      <a:r>
                        <a:rPr lang="en-US" dirty="0" err="1"/>
                        <a:t>Github</a:t>
                      </a:r>
                      <a:r>
                        <a:rPr lang="en-US" dirty="0"/>
                        <a:t> – Version control for tracking project changes, commits, and source-code management.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116965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F4EBB0E-E526-3589-1D06-2A935A4BB06A}"/>
              </a:ext>
            </a:extLst>
          </p:cNvPr>
          <p:cNvSpPr txBox="1"/>
          <p:nvPr/>
        </p:nvSpPr>
        <p:spPr>
          <a:xfrm>
            <a:off x="2464236" y="5683358"/>
            <a:ext cx="72635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BCrypt</a:t>
            </a:r>
            <a:r>
              <a:rPr lang="en-US" dirty="0"/>
              <a:t> - Hashes account PINs before they are stored in PostgreSQL.</a:t>
            </a:r>
          </a:p>
        </p:txBody>
      </p:sp>
    </p:spTree>
    <p:extLst>
      <p:ext uri="{BB962C8B-B14F-4D97-AF65-F5344CB8AC3E}">
        <p14:creationId xmlns:p14="http://schemas.microsoft.com/office/powerpoint/2010/main" val="17398131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66425-2014-AE66-35FF-E27FB1042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 Schema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01A4209-D1A2-AA2C-EA3C-AC63FBE665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8021" y="2478025"/>
            <a:ext cx="6330825" cy="397764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6D72DDD-3DF0-AF0A-31A5-752E2F9A9DE3}"/>
              </a:ext>
            </a:extLst>
          </p:cNvPr>
          <p:cNvSpPr txBox="1"/>
          <p:nvPr/>
        </p:nvSpPr>
        <p:spPr>
          <a:xfrm>
            <a:off x="533398" y="1901952"/>
            <a:ext cx="11362946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The database has two main tables.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The accounts table stores each user’s account information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dirty="0"/>
              <a:t>Unique Account ID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dirty="0"/>
              <a:t>Hashed PIN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dirty="0"/>
              <a:t>Current balance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dirty="0"/>
              <a:t>Creation date.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The transactions table records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dirty="0"/>
              <a:t>Deposit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dirty="0"/>
              <a:t>Withdrawal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dirty="0"/>
              <a:t>Transfer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dirty="0"/>
              <a:t>Amount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dirty="0"/>
              <a:t>Transaction Type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dirty="0"/>
              <a:t>Related account when applicable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dirty="0"/>
              <a:t>Timestamp.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8C1F3B-45B9-E48A-72DE-513D154ACF59}"/>
              </a:ext>
            </a:extLst>
          </p:cNvPr>
          <p:cNvSpPr txBox="1"/>
          <p:nvPr/>
        </p:nvSpPr>
        <p:spPr>
          <a:xfrm>
            <a:off x="533398" y="4985930"/>
            <a:ext cx="37673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One account can have many transaction records, which creates a one-to-many relationship between the two tables.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04956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CD0BE5-F11C-9448-68F1-AC30021F7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 And Logging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026C0A-3A31-F419-3458-10978DEFD6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Testing - JUnit 5</a:t>
            </a:r>
          </a:p>
          <a:p>
            <a:r>
              <a:rPr lang="en-US" dirty="0"/>
              <a:t>28 Total Automated Tests</a:t>
            </a:r>
          </a:p>
          <a:p>
            <a:pPr lvl="0"/>
            <a:r>
              <a:rPr lang="en-US" dirty="0"/>
              <a:t>14 Service Layer tests </a:t>
            </a:r>
          </a:p>
          <a:p>
            <a:pPr lvl="0"/>
            <a:r>
              <a:rPr lang="en-US" dirty="0"/>
              <a:t>12 Account Repository tests</a:t>
            </a:r>
          </a:p>
          <a:p>
            <a:pPr lvl="0"/>
            <a:r>
              <a:rPr lang="en-US" dirty="0"/>
              <a:t>2 Transaction Repository tests </a:t>
            </a:r>
          </a:p>
          <a:p>
            <a:pPr lvl="0"/>
            <a:r>
              <a:rPr lang="en-US" dirty="0"/>
              <a:t>Includes both positive and negative scenarios</a:t>
            </a:r>
          </a:p>
          <a:p>
            <a:pPr lvl="0"/>
            <a:r>
              <a:rPr lang="en-US" dirty="0"/>
              <a:t>Validates:</a:t>
            </a:r>
          </a:p>
          <a:p>
            <a:pPr lvl="1"/>
            <a:r>
              <a:rPr lang="en-US" dirty="0"/>
              <a:t>Registration and login </a:t>
            </a:r>
          </a:p>
          <a:p>
            <a:pPr lvl="1"/>
            <a:r>
              <a:rPr lang="en-US" dirty="0"/>
              <a:t>Balance retrieval </a:t>
            </a:r>
          </a:p>
          <a:p>
            <a:pPr lvl="1"/>
            <a:r>
              <a:rPr lang="en-US" dirty="0"/>
              <a:t>Deposits and withdrawals </a:t>
            </a:r>
          </a:p>
          <a:p>
            <a:pPr lvl="1"/>
            <a:r>
              <a:rPr lang="en-US" dirty="0"/>
              <a:t>Overdraft prevention </a:t>
            </a:r>
          </a:p>
          <a:p>
            <a:pPr lvl="1"/>
            <a:r>
              <a:rPr lang="en-US" dirty="0"/>
              <a:t>Transfers between accounts </a:t>
            </a:r>
          </a:p>
          <a:p>
            <a:pPr lvl="1"/>
            <a:r>
              <a:rPr lang="en-US" dirty="0"/>
              <a:t>Transaction history </a:t>
            </a:r>
          </a:p>
          <a:p>
            <a:pPr lvl="1"/>
            <a:r>
              <a:rPr lang="en-US" dirty="0"/>
              <a:t>Transfer rollback / atomic behavior </a:t>
            </a:r>
          </a:p>
          <a:p>
            <a:r>
              <a:rPr lang="en-US" dirty="0"/>
              <a:t>Example positive test: successful deposit updates balance</a:t>
            </a:r>
          </a:p>
          <a:p>
            <a:r>
              <a:rPr lang="en-US" dirty="0"/>
              <a:t>Example negative test: overdraft attempt is rejected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6E7488-7289-ECC0-6DB7-445CD7D7629D}"/>
              </a:ext>
            </a:extLst>
          </p:cNvPr>
          <p:cNvSpPr/>
          <p:nvPr/>
        </p:nvSpPr>
        <p:spPr>
          <a:xfrm>
            <a:off x="6894576" y="1365502"/>
            <a:ext cx="4764023" cy="51114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Logging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Logs stored in logs/bank-of-cli.log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INFO logs successful application activity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ERROR logs failed operations, security issues, and technical problems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Used to: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Monitor user actions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Troubleshoot failures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Track authentication problems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Record database errors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Keep technical stack traces hidden from the user</a:t>
            </a:r>
          </a:p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4941812"/>
      </p:ext>
    </p:extLst>
  </p:cSld>
  <p:clrMapOvr>
    <a:masterClrMapping/>
  </p:clrMapOvr>
</p:sld>
</file>

<file path=ppt/theme/theme1.xml><?xml version="1.0" encoding="utf-8"?>
<a:theme xmlns:a="http://schemas.openxmlformats.org/drawingml/2006/main" name="Modulo">
  <a:themeElements>
    <a:clrScheme name="Project Status Report">
      <a:dk1>
        <a:srgbClr val="000000"/>
      </a:dk1>
      <a:lt1>
        <a:srgbClr val="FFFFFF"/>
      </a:lt1>
      <a:dk2>
        <a:srgbClr val="3B4546"/>
      </a:dk2>
      <a:lt2>
        <a:srgbClr val="E7E6E6"/>
      </a:lt2>
      <a:accent1>
        <a:srgbClr val="B36041"/>
      </a:accent1>
      <a:accent2>
        <a:srgbClr val="6F8185"/>
      </a:accent2>
      <a:accent3>
        <a:srgbClr val="C78F8F"/>
      </a:accent3>
      <a:accent4>
        <a:srgbClr val="647961"/>
      </a:accent4>
      <a:accent5>
        <a:srgbClr val="B09C54"/>
      </a:accent5>
      <a:accent6>
        <a:srgbClr val="9AA749"/>
      </a:accent6>
      <a:hlink>
        <a:srgbClr val="75A073"/>
      </a:hlink>
      <a:folHlink>
        <a:srgbClr val="BD9C5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dulo" id="{37AC43F2-9181-4AE3-B669-CCC580C183C1}" vid="{7A2AE0A7-E8DE-4D1D-AEB1-3FD192448292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Modulo</Template>
  <TotalTime>389</TotalTime>
  <Words>530</Words>
  <Application>Microsoft Office PowerPoint</Application>
  <PresentationFormat>Widescreen</PresentationFormat>
  <Paragraphs>103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Modulo</vt:lpstr>
      <vt:lpstr>Bank of CLI</vt:lpstr>
      <vt:lpstr>Bank of CLI</vt:lpstr>
      <vt:lpstr>Project Overview</vt:lpstr>
      <vt:lpstr>Architecture</vt:lpstr>
      <vt:lpstr>Tech Stack</vt:lpstr>
      <vt:lpstr>Database Schema</vt:lpstr>
      <vt:lpstr>Testing And Logging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Aryaman Tomer</dc:creator>
  <cp:lastModifiedBy>Aryaman Tomer</cp:lastModifiedBy>
  <cp:revision>2</cp:revision>
  <dcterms:created xsi:type="dcterms:W3CDTF">2026-09-24T14:17:08Z</dcterms:created>
  <dcterms:modified xsi:type="dcterms:W3CDTF">2026-09-25T09:32:14Z</dcterms:modified>
</cp:coreProperties>
</file>